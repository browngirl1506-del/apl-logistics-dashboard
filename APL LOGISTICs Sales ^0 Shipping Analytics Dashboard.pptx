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9B8278-4D0B-4AA3-B8EE-24BAEEA7C976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B61C0-109A-41B0-BBA9-1C0B89A01F8D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A7BAF-66A4-44BF-8D8D-E0FD3E1A7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6A7BAF-66A4-44BF-8D8D-E0FD3E1A77F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5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2DD1-D98B-17FC-C3C1-0BF78AA5E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056" y="2329542"/>
            <a:ext cx="8632373" cy="446315"/>
          </a:xfrm>
        </p:spPr>
        <p:txBody>
          <a:bodyPr/>
          <a:lstStyle/>
          <a:p>
            <a:r>
              <a:rPr lang="en-US" sz="2400" b="1" u="sng" dirty="0">
                <a:latin typeface="Algerian" panose="04020705040A02060702" pitchFamily="82" charset="0"/>
              </a:rPr>
              <a:t>APL LOGISTICs Sales &amp; Shipping Analytics Dashboard</a:t>
            </a: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F3959-3F47-DB5C-7CAD-B8F34A292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2229" y="2775857"/>
            <a:ext cx="9165771" cy="2656113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rial Black" panose="020B0A04020102020204" pitchFamily="34" charset="0"/>
              </a:rPr>
              <a:t>DATA ANALYST PROJECT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>
                <a:latin typeface="Aptos Narrow" panose="020B0004020202020204" pitchFamily="34" charset="0"/>
              </a:rPr>
              <a:t>Prepared By:- Priya gupta</a:t>
            </a:r>
            <a:br>
              <a:rPr lang="en-US" dirty="0">
                <a:latin typeface="Aptos Narrow" panose="020B0004020202020204" pitchFamily="34" charset="0"/>
              </a:rPr>
            </a:br>
            <a:br>
              <a:rPr lang="en-US" dirty="0">
                <a:latin typeface="Aptos Narrow" panose="020B0004020202020204" pitchFamily="34" charset="0"/>
              </a:rPr>
            </a:br>
            <a:r>
              <a:rPr lang="en-US" dirty="0">
                <a:latin typeface="Aptos Narrow" panose="020B0004020202020204" pitchFamily="34" charset="0"/>
              </a:rPr>
              <a:t>Course: Data Analyst</a:t>
            </a:r>
            <a:br>
              <a:rPr lang="en-US" dirty="0">
                <a:latin typeface="Aptos Narrow" panose="020B0004020202020204" pitchFamily="34" charset="0"/>
              </a:rPr>
            </a:br>
            <a:br>
              <a:rPr lang="en-US" dirty="0">
                <a:latin typeface="Aptos Narrow" panose="020B0004020202020204" pitchFamily="34" charset="0"/>
              </a:rPr>
            </a:br>
            <a:r>
              <a:rPr lang="en-US" dirty="0">
                <a:latin typeface="Aptos Narrow" panose="020B0004020202020204" pitchFamily="34" charset="0"/>
              </a:rPr>
              <a:t>Tools Used: Python, Pandas, </a:t>
            </a:r>
            <a:r>
              <a:rPr lang="en-US" dirty="0" err="1">
                <a:latin typeface="Aptos Narrow" panose="020B0004020202020204" pitchFamily="34" charset="0"/>
              </a:rPr>
              <a:t>Streamlit</a:t>
            </a:r>
            <a:r>
              <a:rPr lang="en-US" dirty="0">
                <a:latin typeface="Aptos Narrow" panose="020B0004020202020204" pitchFamily="34" charset="0"/>
              </a:rPr>
              <a:t> , </a:t>
            </a:r>
            <a:r>
              <a:rPr lang="en-US" dirty="0" err="1">
                <a:latin typeface="Aptos Narrow" panose="020B0004020202020204" pitchFamily="34" charset="0"/>
              </a:rPr>
              <a:t>Plotly</a:t>
            </a:r>
            <a:r>
              <a:rPr lang="en-US" dirty="0">
                <a:latin typeface="Aptos Narrow" panose="020B0004020202020204" pitchFamily="34" charset="0"/>
              </a:rPr>
              <a:t> </a:t>
            </a:r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46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230C-80D7-5208-16AE-85407222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Algerian" panose="04020705040A02060702" pitchFamily="82" charset="0"/>
              </a:rPr>
              <a:t>Introduction</a:t>
            </a: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D9FD6-444A-74F4-15F6-0D7DB804F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896291"/>
            <a:ext cx="10058400" cy="39319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 Logistics is a logistics and supply chain company. This project focuses on analyzing sales, profit, customer orders, and shipping performance using data analytics tools.</a:t>
            </a:r>
          </a:p>
          <a:p>
            <a:pPr algn="just"/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dashboard helps understand business performance through interactive charts, key performance indicators (KPIs), and data visualization.</a:t>
            </a:r>
          </a:p>
          <a:p>
            <a:pPr algn="just"/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Focus:</a:t>
            </a:r>
          </a:p>
          <a:p>
            <a:pPr algn="just"/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Sales and Profit Analysis</a:t>
            </a: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Regional Sales Performance</a:t>
            </a: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Shipping and Delivery Analysis</a:t>
            </a:r>
          </a:p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Business Insights and Reporting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61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45FA-2A59-E03A-23CF-98157BBC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b="1" u="sng" dirty="0">
                <a:latin typeface="Algerian" panose="04020705040A02060702" pitchFamily="82" charset="0"/>
              </a:rPr>
              <a:t>PROJECT OBJECTIVES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5D669-55AD-3976-4AD9-178D09C8B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5" y="1885406"/>
            <a:ext cx="100584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objectives of this project are: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 analyze total sales and profit.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 understand regional sales performance.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 evaluate shipping modes and delivery status.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 identify business trends using data visualization.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 create an interactive dashboard for better decision-making.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 To convert raw data into meaningful business insights.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07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4AAD-DD2E-741F-5BB0-BC098BD7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262406"/>
          </a:xfrm>
        </p:spPr>
        <p:txBody>
          <a:bodyPr>
            <a:normAutofit fontScale="90000"/>
          </a:bodyPr>
          <a:lstStyle/>
          <a:p>
            <a:pPr algn="ctr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b="1" u="sng" dirty="0">
                <a:latin typeface="Algerian" panose="04020705040A02060702" pitchFamily="82" charset="0"/>
              </a:rPr>
              <a:t>TOOLS &amp; TECHNOLOGIES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3341-56F6-AF51-92B5-EC0038DE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32114"/>
            <a:ext cx="10058400" cy="4495800"/>
          </a:xfrm>
        </p:spPr>
        <p:txBody>
          <a:bodyPr>
            <a:noAutofit/>
          </a:bodyPr>
          <a:lstStyle/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Python</a:t>
            </a:r>
          </a:p>
          <a:p>
            <a:pPr algn="just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 data processing and analysis.</a:t>
            </a:r>
          </a:p>
          <a:p>
            <a:pPr algn="just"/>
            <a:endParaRPr lang="en-U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Pandas</a:t>
            </a:r>
          </a:p>
          <a:p>
            <a:pPr algn="just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 data cleaning and manipulation.</a:t>
            </a:r>
          </a:p>
          <a:p>
            <a:pPr algn="just"/>
            <a:endParaRPr lang="en-U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U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build an interactive dashboard.</a:t>
            </a:r>
          </a:p>
          <a:p>
            <a:pPr algn="just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create interactive charts and graphs.</a:t>
            </a:r>
          </a:p>
          <a:p>
            <a:pPr algn="just"/>
            <a:endParaRPr lang="en-U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Microsoft Excel</a:t>
            </a:r>
          </a:p>
          <a:p>
            <a:pPr algn="just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store and manage the dataset.</a:t>
            </a:r>
            <a:endParaRPr lang="en-IN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73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DBE8-3E06-DF10-C341-378A7668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b="1" u="sng" dirty="0">
                <a:latin typeface="Algerian" panose="04020705040A02060702" pitchFamily="82" charset="0"/>
              </a:rPr>
              <a:t>DATASET DESCRIPTION</a:t>
            </a:r>
            <a:br>
              <a:rPr lang="en-US" b="1" u="sng" dirty="0">
                <a:latin typeface="Algerian" panose="04020705040A02060702" pitchFamily="82" charset="0"/>
              </a:rPr>
            </a:br>
            <a:endParaRPr lang="en-IN" b="1" u="s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4636C-0FCF-36C3-7ADF-0FD457F5A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uses logistics and supply chain data to analyze business performance.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Data Fields: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Sales: Revenue generated from orders.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Profit: Profit earned from orders.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Order ID: Unique order identification.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Product Category: Product classification.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Order Region: Geographical sales region.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Shipping Mode: Method used to deliver orders.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Delivery Status: Current delivery status of orders.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To understand sales trends, profitability, and shipping performance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7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283F-B1EB-2F1B-0E19-4071FA4D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b="1" u="sng" dirty="0">
                <a:latin typeface="Algerian" panose="04020705040A02060702" pitchFamily="82" charset="0"/>
              </a:rPr>
              <a:t>DASHBOARD OVERVIEW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93818-9852-7836-6E00-80422E3A6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APL Logistics Dashboard presents important business information in a clear and interactive format.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Features: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Total Sales KPI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Total Profit KPI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Total Orders KPI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Sales by Region Chart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Product Performance Analysis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Shipping and Delivery Analysis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Benefit: The dashboard helps users monitor business performance and understand important trends quickly.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5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95D5-331E-CF09-54EC-B1CECF9B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b="1" u="sng" dirty="0" err="1">
                <a:latin typeface="Algerian" panose="04020705040A02060702" pitchFamily="82" charset="0"/>
              </a:rPr>
              <a:t>kEY</a:t>
            </a:r>
            <a:r>
              <a:rPr lang="en-US" b="1" u="sng" dirty="0">
                <a:latin typeface="Algerian" panose="04020705040A02060702" pitchFamily="82" charset="0"/>
              </a:rPr>
              <a:t> FINDINGS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10F40-F61A-BE57-3B9A-4501E14BF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486" y="1711234"/>
            <a:ext cx="10058400" cy="39319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dashboard helps analyze important areas of logistics business performance.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Sales data helps identify high-performing regions.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Profit analysis helps evaluate business profitability.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Product analysis helps compare sales performance across products.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Shipping analysis helps understand delivery methods and status.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Data visualization makes business information easier to understand.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Insight: These analyses can support better business planning and decision-making.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57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A9C9-442A-8ED8-D5EF-49206818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buClr>
                <a:schemeClr val="tx1">
                  <a:lumMod val="85000"/>
                  <a:lumOff val="15000"/>
                </a:schemeClr>
              </a:buClr>
            </a:pPr>
            <a:r>
              <a:rPr lang="en-US" b="1" u="sng" dirty="0">
                <a:latin typeface="Algerian" panose="04020705040A02060702" pitchFamily="82" charset="0"/>
              </a:rPr>
              <a:t>CONCLUSION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1B31-7B0F-1DF4-60D5-2AADE425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APL Logistics Dashboard project demonstrates how data analytics can help understand sales, profit, and shipping performance.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Python, Pandas,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Plotly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business data can be transformed into meaningful visualizations.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Better understanding of business performance.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Clear visualization of sales and profit data.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Improved analysis of shipping and delivery.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Support for data-driven decision-making.</a:t>
            </a:r>
          </a:p>
          <a:p>
            <a:endParaRPr lang="en-US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0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{8E55E836-9F80-4E54-B38C-CE3D4633F543}TF77a67a13-02ae-4296-8148-f26bdaaf38f15d531602-3675789a7173</Template>
  <TotalTime>39</TotalTime>
  <Words>533</Words>
  <Application>Microsoft Office PowerPoint</Application>
  <PresentationFormat>Widescreen</PresentationFormat>
  <Paragraphs>96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Aptos</vt:lpstr>
      <vt:lpstr>Aptos Narrow</vt:lpstr>
      <vt:lpstr>Arial</vt:lpstr>
      <vt:lpstr>Arial Black</vt:lpstr>
      <vt:lpstr>Century Gothic</vt:lpstr>
      <vt:lpstr>Garamond</vt:lpstr>
      <vt:lpstr>Savon</vt:lpstr>
      <vt:lpstr>APL LOGISTICs Sales &amp; Shipping Analytics Dashboard  </vt:lpstr>
      <vt:lpstr>Introduction</vt:lpstr>
      <vt:lpstr>PROJECT OBJECTIVES </vt:lpstr>
      <vt:lpstr>TOOLS &amp; TECHNOLOGIES </vt:lpstr>
      <vt:lpstr>DATASET DESCRIPTION </vt:lpstr>
      <vt:lpstr>DASHBOARD OVERVIEW </vt:lpstr>
      <vt:lpstr>kEY FINDINGS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gupta</dc:creator>
  <cp:lastModifiedBy>priya gupta</cp:lastModifiedBy>
  <cp:revision>1</cp:revision>
  <dcterms:created xsi:type="dcterms:W3CDTF">2026-10-21T18:16:20Z</dcterms:created>
  <dcterms:modified xsi:type="dcterms:W3CDTF">2026-10-21T18:57:52Z</dcterms:modified>
</cp:coreProperties>
</file>